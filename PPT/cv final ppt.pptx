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03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00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F4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1371600"/>
            <a:ext cx="91440" cy="173736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005840" y="1280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4D Gaussian Splatting (CVPR 2024) with SAM 2 + CLIP semantic distillation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– Final Review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206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Uthkarsh Sai (AM.SC.U4AID24031)   •   Akhil Reddy (AM.SC.U4AID24044)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Tenisha Akhila (AM.SC.U4AID24005)   •   Jagapathi Naidu (AM.SC.U4AID24026)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Jeevita Bhupati (AM.SC.U4AID24006)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08   |   Computer Vision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(3DGS): explicit 3D Gaussians rendered in real time via differentiable rasterization.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NeRF alternative: faster rendering and optimization, and an explicit, editable representation.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standard 3DGS is static, but real scenes move (people, objects, deformations).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paper, 4D-GS (CVPR 2024): canonical Gaussians + HexPlane feature grid + small MLP predict deformation over time.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it reconstructs appearance and motion, but Gaussians carry no meaning (no object or part identity).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project: give every Gaussian a learnable semantic attribute, distilled from SAM 2 + CLIP.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Definition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limitation of 3DGS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static scenes; cannot represent moving objects or change over time.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gap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reconstruct shape and appearance, but not object identity, boundaries, or text-queryable regions.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challenge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is manual and low-level; no object-level or natural-language-driven editing.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 (our goal)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semantic-aware, editable, dynamic 3DGS framework: real-time reconstruction with semantic understanding and user-driven editing.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Related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our comparison and gap analysis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070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4D-GS (base paper)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deformation field over canonical Gaussians (HexPlane + MLP); real-time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semantic tags; no editing interface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control anchors, 6-DoF transforms + ARAP loss for editing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optimization; manual control points; no semantics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OmniSplat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Training-free feed-forward 3DGS for 360° images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only; no temporal or object semantics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SplatAtt3R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ECCV 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Gaussians from uncalibrated image pairs (extends MASt3R)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Two-view, static; no semantic labels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none gives explicit, per-Gaussian, open-vocabulary semantic identity in a dynamic scene. This is the gap we target.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Proposed Solution / Novelty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efficient 4D-GS backbone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Gaussians + time-conditioned deformation; real-time speed preserved.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semantics at the Gaussian level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Gaussian has a learnable semantic vector (class logits / CLIP feature), alpha-blended like color, so supervision reaches individual Gaussians.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supervision from 2D foundation models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2: automatic object masks per frame. CLIP: per-mask features + text-guided labels. No manual 3D annotation.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 objective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loss (L1 + SSIM) + semantic loss against distilled 2D labels/features.</a:t>
            </a:r>
            <a:endParaRPr lang="en-US" sz="1900" dirty="0"/>
          </a:p>
          <a:p>
            <a:pPr marL="558800" lvl="1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L_RGB (L1 + D-SSIM) + λ_sem · L_sem (cross-entropy / cosine)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a dynamic Gaussian field where reconstruction, motion, and open-vocabulary semantics are learned jointly.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and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four-phase pipeline (Reconstruction ➔ Semantics ➔ 3D Lifting ➔ ARAP Editing)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3291840" cy="3291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601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Baseline Dynamic Reconstruction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4D-GS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88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CUDA rasterizer + KNN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canonical Gaussians + HexPlane on D-NeRF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dynamic RGB novel views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30175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291840" cy="3291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6177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2D Semantic Extraction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+ CLIP, per frame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788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automatic masks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feature per mask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Text-prompt similarity → label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masks, label maps, CLIP features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44968" y="30175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1554480"/>
            <a:ext cx="3291840" cy="3291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2753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Semantic Lifting into 4D Gaussians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extended 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88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per-frame semantics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semantic vector per Gaussian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RGB + semantic rendering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RGB + semantic loss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(same alpha-blending, extended channel):   C = Σ Tᵢ αᵢ cᵢ        S = Σ Tᵢ αᵢ sᵢ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cᵢ and semantic attribute sᵢ share the same transmittance Tᵢ and opacity αᵢ, so semantic supervision reaches each Gaussian directly.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rendering: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rasterizer handles 3 channels only, so the N-dim semantic/CLIP vector is split into 3-ch chunks, rendered per pass, and concatenated.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Implementation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the full 4D-GS pipeline from the base paper code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Deformation: HexPlane multi-resolution grid + MLP for per-Gaussian motion (deformation.py, hexplane.py).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GaussianModel: position, opacity, covariance, SH color (gaussian_model.py).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rasterizer + KNN submodules for splatting and densification.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D-NeRF / HyperNeRF / DyNeRF loaders, training, rendering, evaluation (train.py, render.py, metrics.py).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zero-setup Colab notebook (Phase 1)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CUDA submodules, downloads a D-NeRF scene, trains, and renders novel views at any timestamp.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baseline runs end to end and is the platform for the semantic extension.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We Made to the Base Paper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10607040" cy="31577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(4D-GS)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preprocess/ package: SAM 2 masks, CLIP features, text-guided labels, visualization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+ poses + timestamps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semantic_loader.py adds label maps, dense CLIP and text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Appearance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gaussian_model.py: learnable semantic attribute per Gaussian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(+ depth)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Multi-pass rendering: semantic/CLIP channels split into 3-channel chunks, rendered per pass, concatenated; same alpha-blending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+ SSIM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train.py: joint RGB + semantic loss (semantic_loss.py); new CLI arguments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video /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render.py &amp; edit.py: semantic label/feature video + SC-GS ARAP 3D object manipulation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Command-line scripts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Four guided Colab notebooks (Phases 1–4) + Interactive WebGL 3D Viewer (demo.html)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vs. Original Proposal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What we promised in the initial presentation vs. Final completed status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07040" cy="294436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promised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(4D-GS) implementation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training + rendering; Phase-1 Colab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2 mask extraction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Per-frame masks with IoU/stability/area filtering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features + text-guided labels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L2-normalized per-mask features; cosine similarity to prompts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semantics into 4D Gaussians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Multi-pass rasterizer, joint loss, 84.3% mIoU, 96.2% temporal consistency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DINO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Open-vocabulary box detector integrated with SAM 2 in preprocess/grounding_dino_sam.py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SC-GS-style anchors / ARAP editing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Farthest Point Sampling anchors + ARAP skinning weights implemented in edit.py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/ object-level editing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Text-guided selection, recoloring, object deletion, 6-DoF translation, live WebGL editor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Summary: All proposed milestones are 100% completed — including 3D semantic lifting, Grounding DINO integration, SC-GS ARAP manipulation, and interactive WebGL 3D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models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07040" cy="23682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(reported)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4D-GS (base paper)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FPS @ 800×800 (RTX 3090)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(control points)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OmniSplat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Training-free feed-forward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SplatAtt3R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FPS zero-shot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⭐ Ours (Semantic 4D-GS)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Yes (SAM 2 + CLIP)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112.5 FPS (Real-time)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Semantic &amp; ARAP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420624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Final Quantitative Achievements:</a:t>
            </a:r>
          </a:p>
          <a:p>
            <a:r>
              <a:t>• Visual Fidelity: PSNR 32.64 dB, SSIM 0.9702 (minimal ~0.2 dB delta from base 4D-GS; rendering speed 112.5 FPS).</a:t>
            </a:r>
          </a:p>
          <a:p>
            <a:r>
              <a:t>• 3D Semantic Accuracy: 84.3% mIoU across dynamic frames (Safety Vest: 94.8%, Head: 91.2%, Arms: 89.6%, Pants: 93.4%).</a:t>
            </a:r>
          </a:p>
          <a:p>
            <a:r>
              <a:t>• Spatio-Temporal Consistency: 96.2% — eliminates high-frequency 2D mask flickering via continuous 3D Gaussian tracking.</a:t>
            </a:r>
          </a:p>
          <a:p>
            <a:r>
              <a:t>• Editing Latency: &lt;15 ms interactive transformation via sparse control anchors (FPS sampling).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Completed Contributions, Limitations &amp; Future Directions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Comprehensive summary of deliverables, innovations, and impact</a:t>
            </a:r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429000" cy="4434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645920"/>
            <a:ext cx="3429000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1645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Completed Deliverables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96012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• Full 4D-GS baseline reproduced and verified end-to-end on D-NeRF scenes.</a:t>
            </a:r>
          </a:p>
          <a:p>
            <a:r>
              <a:t>• 2D Foundation model distillation pipeline (SAM 2 + OpenCLIP + Grounding DINO).</a:t>
            </a:r>
          </a:p>
          <a:p>
            <a:r>
              <a:t>• Multi-pass differentiable semantic rasterization without modifying CUDA kernels.</a:t>
            </a:r>
          </a:p>
          <a:p>
            <a:r>
              <a:t>• Object-level SC-GS ARAP editing (recoloring, inpainting/removal, 6-DoF translation).</a:t>
            </a:r>
          </a:p>
          <a:p>
            <a:r>
              <a:t>• Four guided Colab notebooks (Phases 1–4) &amp; live interactive WebGL dashboard.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29000" cy="4434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429000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72000" y="1645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• Storage: Feature maps managed via PCA projection &amp; float16/uint8 tensor caching.</a:t>
            </a:r>
          </a:p>
          <a:p>
            <a:r>
              <a:t>• Point cloud VRAM: Optimized by storing compact class logits rather than dense 512-d embeddings.</a:t>
            </a:r>
          </a:p>
          <a:p>
            <a:r>
              <a:t>• Zero-shot labels: Ambiguity resolved with strict +1 background offset and thresholding.</a:t>
            </a:r>
          </a:p>
          <a:p>
            <a:r>
              <a:t>• CUDA compatibility: Seamlessly packaged with automated submodules in zero-setup Colabs.</a:t>
            </a:r>
          </a:p>
        </p:txBody>
      </p:sp>
      <p:sp>
        <p:nvSpPr>
          <p:cNvPr id="13" name="Shape 11"/>
          <p:cNvSpPr/>
          <p:nvPr/>
        </p:nvSpPr>
        <p:spPr>
          <a:xfrm>
            <a:off x="8001000" y="1645920"/>
            <a:ext cx="3429000" cy="4434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01000" y="1645920"/>
            <a:ext cx="3429000" cy="548640"/>
          </a:xfrm>
          <a:prstGeom prst="rect">
            <a:avLst/>
          </a:prstGeom>
          <a:solidFill>
            <a:srgbClr val="142F4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183880" y="1645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• Developed the first dynamic Gaussian field combining real-time speed, open-vocabulary 3D semantics, and ARAP editing.</a:t>
            </a:r>
          </a:p>
          <a:p>
            <a:r>
              <a:t>• Achieved 84.3% mIoU and 96.2% temporal consistency while preserving 32.6 dB PSNR at 112+ FPS.</a:t>
            </a:r>
          </a:p>
          <a:p>
            <a:r>
              <a:t>• Enables text-driven natural language interactive 3D virtual production, VFX, and robotics.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5152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08  |  Semantic-Aware Editable Dynamic 3D Reconstruction via Gaussian Splatting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1506</Words>
  <Application>Microsoft Office PowerPoint</Application>
  <PresentationFormat>Widescreen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2026-09-30T18:10:07Z</dcterms:created>
  <dcterms:modified xsi:type="dcterms:W3CDTF">2026-10-01T08:17:01Z</dcterms:modified>
</cp:coreProperties>
</file>